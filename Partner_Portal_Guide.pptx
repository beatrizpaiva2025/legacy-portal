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707804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B3A6B"/>
                </a:solidFill>
              </a:defRPr>
            </a:pPr>
            <a:r>
              <a:t>Partner Portal Guide</a:t>
            </a:r>
          </a:p>
          <a:p>
            <a:pPr algn="ctr">
              <a:defRPr sz="2400">
                <a:solidFill>
                  <a:srgbClr val="5B9BD5"/>
                </a:solidFill>
              </a:defRPr>
            </a:pPr>
            <a:r>
              <a:t>Step-by-Step Instructions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1. Partner Registration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2. Login to the Portal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3. Creating a New Order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4. Tracking Orders (My Orders)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5. Invoices and Payments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6. Messages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7. Payment Plan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8. Support and Help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B9BD5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Partner Registration</a:t>
            </a:r>
          </a:p>
        </p:txBody>
      </p:sp>
      <p:pic>
        <p:nvPicPr>
          <p:cNvPr id="6" name="Picture 5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1: Access the Registration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Go to the Partner Portal: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https://legacy-portal-frontend.onrender.com/#/partner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On the login screen, click: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"Don't have an account? Register here"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The registration form will appear.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2: Fill in Company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Required fields: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Company Name - Your company's legal name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Contact Name - Primary contact person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Company Email - Used for login and notifications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Password - Minimum 6 characters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Optional fields: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Phone - Contact phone number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Company 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3: Select Monthly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Choose your estimated monthly translation volume: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1-10 pages per month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11-50 pages per month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51-100 pages per month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100+ pages per month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This helps us better serve your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4: Complete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Review your information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Check the box: "I agree to the Partner Agreement"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Click the green "Create Account" button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You'll receive a confirmation email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Your account is now active!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B9BD5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Login to the Portal</a:t>
            </a:r>
          </a:p>
        </p:txBody>
      </p:sp>
      <p:pic>
        <p:nvPicPr>
          <p:cNvPr id="6" name="Picture 5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Login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Go to the Partner Portal URL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Enter your Company Email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Enter your Password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Click the "Login" button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You'll be redirected to the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Forgot Password?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Click "Forgot password?" on the login page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Enter your registered email address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Click "Send Reset Link"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Check your email for the reset link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Click the link and set a new 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B9BD5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Creating a New Order</a:t>
            </a:r>
          </a:p>
        </p:txBody>
      </p:sp>
      <p:pic>
        <p:nvPicPr>
          <p:cNvPr id="6" name="Picture 5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1: Access New Order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After logging in, you'll be on the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New Order page automatically.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If not, click "+ New Order" in the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left sidebar menu.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The order form will appear.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2: Client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Fill in the Client Information section: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Client Name - End client's full name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Client Email - Client will receive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status notifications at this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3: Select Service Type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9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Price/Page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When to Use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Certified Translation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$24.99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USCIS, legal, immigration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Standard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$19.99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General use, no certification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Sworn Translation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$55.00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International use outside USA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RMV Certified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Massachusetts DMV/RMV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4: Select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Choose the language pair: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Translate From: Select the original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document language (e.g., Portuguese)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Translate To: Select the target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language (e.g., English)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55+ languages available!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5: Upload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In the Upload Documents section: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Drag and drop files into the area, OR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Click to browse and select files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Accepted formats: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PDF, DOCX, TXT, JPEG, PNG, TIFF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Pages are calculated automatically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(250 words = 1 page)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6: Select Urgency (Optional)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9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Delivery Time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Additional Fee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2-3 business days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 fee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+25%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Urgent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 hours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+100%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7: Physical Copy (Optional)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Check "Physical copy required" if the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client needs a mailed hard copy.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Cost: $18.99 (USPS Priority Mail)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Delivery: 1-3 business days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Fill in the shipping address: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Street Address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City, State, ZIP Code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Note: Required for RMV Certified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8: Review Quote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Check the Quote Summary panel on the right: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Service type selected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Total pages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Base price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Urgency fee (if applicable)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Shipping fee (if applicable)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Coupon discount (if applied)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TOTAL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9: Apply Coupon (Optional)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If you have a coupon code: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Enter the code in the "Enter code" field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Click the "Apply" button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The discount will be reflected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in the Quote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10: Select Payment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Choose your payment method: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OPTION 1: Invoice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Receive invoice by email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Pay later via card or Zelle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OPTION 2: Zelle (Direct Payment)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Send payment to: contact@legacytranslations.com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Include company name in memo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Upload payment receipt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11: Submit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Click the green "Create Order" button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Wait for confirmation message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You'll receive an email with order details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Track your order in 'My Orders'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Done! Your order is being processed.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B9BD5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Tracking Orders</a:t>
            </a:r>
          </a:p>
        </p:txBody>
      </p:sp>
      <p:pic>
        <p:nvPicPr>
          <p:cNvPr id="6" name="Picture 5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Access My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Click "My Orders" in the left sidebar.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You'll see all your orders with: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Order number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Client name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Service type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Status (Paid/Pending/Overdue)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Translation stage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Amount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Order Status Badges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Status indicators: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PAID (green) - Payment received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PENDING (yellow) - Awaiting payment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OVERDUE (red) - Payment past due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Translation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Track your order's progress: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Received - Order received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Processing - Translation in progress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Completed - Translation finished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Delivered - Sent to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Filter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Use the filter buttons at the top: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All - View all orders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Pending - Only pending orders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Paid - Only paid orders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Overdue - Only overdue orders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Click an order to expand and see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Download Translated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When translation is complete: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Click on the order to expand it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Find the Documents section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Click "Download" next to the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translated file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The file will download to your 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B9BD5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Invoices and Payments</a:t>
            </a:r>
          </a:p>
        </p:txBody>
      </p:sp>
      <p:pic>
        <p:nvPicPr>
          <p:cNvPr id="6" name="Picture 5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Access Invoices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Click "Invoices" in the left sidebar.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You'll see all your invoices with: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Invoice number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Issue date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Due date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Status (Paid/Pending/Overdue)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Total amount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View Invoice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Click "View Details" on any invoice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A modal will show: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Invoice number and dates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List of orders included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Itemized amounts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Payment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Pay with Credit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Click "Pay Now" on the invoice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Select "Pay with Card"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You'll be redirected to Stripe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Enter your card details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Confirm payment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Invoice marked as Paid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Pay with Zelle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Click "Pay Now" on the invoice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Select "Pay with Zelle"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Send payment to: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payments@legacytranslations.com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Include company name + invoice #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Upload your payment receipt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6. Click "Submit Receipt"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B9BD5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Messages</a:t>
            </a:r>
          </a:p>
        </p:txBody>
      </p:sp>
      <p:pic>
        <p:nvPicPr>
          <p:cNvPr id="6" name="Picture 5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Access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Click "Messages" in the left sidebar.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Two tabs available: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Conversations - Message threads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grouped by order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Notifications - System updates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about orders and payments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View 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In the "Conversations" tab: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See all message threads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Unread messages shown in bold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Click a conversation to expand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View full message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Send a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 send a message about an order: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Go to "My Orders"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Click on the order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Click "Send Message" button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Type your message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Click "Send"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B9BD5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Payment Plan</a:t>
            </a:r>
          </a:p>
        </p:txBody>
      </p:sp>
      <p:pic>
        <p:nvPicPr>
          <p:cNvPr id="6" name="Picture 5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Access Payment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Click "Payment Plan" in the left sidebar.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Here you can: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View your current plan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Check qualification progress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Request plan upgrades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Available Payment Plans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9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8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Pay Per Order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Per order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Default for new partners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Biweekly Invoice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Every 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 paid orders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Monthly Invoice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 paid orders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Qualify for Invoice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 unlock invoice payment plans: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Complete 3 paid orders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Your progress is shown on the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Payment Plan page.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Once qualified, you can request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an upgrade to invoice billing.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Request Plan 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After completing 3 orders: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Go to Payment Plan page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Select your preferred plan: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Biweekly Invoice, OR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Monthly Invoice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Click "Request Upgrade"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Wait for admin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5B9BD5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Support and Help</a:t>
            </a:r>
          </a:p>
        </p:txBody>
      </p:sp>
      <p:pic>
        <p:nvPicPr>
          <p:cNvPr id="6" name="Picture 5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Support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Option 1: Live Chat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Click the chat icon in the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bottom-right corner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Option 2: Support Form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Click "Having trouble uploading?"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on the New Order page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Option 3: Email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contact@legacytranslations.com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Change Portal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The portal is available in: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English (US)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Spanish (ES)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Portuguese (BR)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 change language: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Click the flag icons in the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top-right corner of the screen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790895" cy="493776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566160"/>
            <a:ext cx="5790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</a:defRPr>
            </a:pPr>
            <a:r>
              <a:t>INSERT SCREENSHOT HERE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Quick Reference</a:t>
            </a:r>
          </a:p>
        </p:txBody>
      </p:sp>
      <p:pic>
        <p:nvPicPr>
          <p:cNvPr id="5" name="Picture 4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7521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228600"/>
            <a:ext cx="1053035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Navigation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9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7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Where to Find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Create Order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Sidebar &gt; New Order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View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Sidebar &gt; My Orders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Pay Invoices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Sidebar &gt; Invoices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Sidebar &gt; Messages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Payment Plan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Sidebar &gt; Payment Plan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Change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Flags in top-right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 Support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Chat icon bottom-right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Logout button in sidebar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gac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707804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B3A6B"/>
                </a:solidFill>
              </a:defRPr>
            </a:pPr>
            <a:r>
              <a:t>Questions?</a:t>
            </a:r>
          </a:p>
          <a:p>
            <a:pPr algn="ctr">
              <a:defRPr sz="2400">
                <a:solidFill>
                  <a:srgbClr val="5B9BD5"/>
                </a:solidFill>
              </a:defRPr>
            </a:pPr>
            <a:r>
              <a:t>Contact us at contact@legacytranslations.com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