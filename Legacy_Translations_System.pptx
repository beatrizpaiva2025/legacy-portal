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Legacy Translations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Sistema de Gestão de Traduções Certificadas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Visão Geral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Sistema completo de gestão de traduções certificadas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Três níveis de acesso: Admin, Project Manager (PM) e Translator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Fluxo de trabalho integrado: pedido → atribuição → tradução → revisão → entrega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Geração automática de PDFs certificados com letterhead profissional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Notificações por email em todas as etapas do processo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Interface web responsiva e intuitiva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ADMINISTRADOR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Admin - Gestão de Pedidos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Visualização de todos os pedidos do sistema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Criação manual de projetos de tradução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Atribuição de Project Managers aos projetos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Atribuição de Tradutores aos projetos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Acompanhamento de status em tempo real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Acesso a valores financeiros (preços e pagamentos)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Exportação de relatórios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Admin - Gestão de Usuários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Criar novos usuários (Admin, PM, Translator, Sales)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Ativar/Desativar contas de usuários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Definir taxas por página para tradutores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Definir taxas por palavra para tradutores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Configurar pares de idiomas dos tradutores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Excluir usuários do sistema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Visualizar lista completa de usuários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Gerenciar permissões de acesso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Admin - Workspace de Tradução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Acesso ao workspace de tradução de qualquer projeto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Visualização lado a lado: original e tradução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Seletor de arquivos do projeto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Preview do certificado em tempo real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Geração de PDF final com letterhead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Revisão de traduções finalizadas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Admin - Funcionalidades Exclusivas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Acesso total a preços e valores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Visualização de custos de tradução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Coluna de PM visível na tabela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Criar qualquer tipo de usuário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Configurações do sistema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Relatórios financeiros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Histórico completo de ações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Notificações de sistema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PROJECT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PM - Gestão de Projetos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Visualização dos projetos atribuídos ao PM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Atribuição de tradutores aos projetos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Acompanhamento de status das traduções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Coluna de status 'Translation' (Working/Ready/Review)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Edição de atribuições de tradutores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Sem acesso a valores financeiros (preços ocultos)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PM - Sistema de Revisão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Modal de revisão lado a lado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Original à esquerda, tradução à direita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Navegação entre múltiplos documentos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Botão 'Aprovar Tradução'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Botão 'Solicitar Correção'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Campo para comentários de revisão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Notificação automática ao tradutor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Histórico de revisões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PM - Gestão de Tradutores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Visualizar lista de tradutores disponíveis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Criar novos tradutores diretamente do modal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Formulário rápido de cadastro de tradutor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Definir nome, email e senha do tradutor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Configurar taxas e pares de idiomas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Atribuição automática após criação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PM - Workspace de Tradução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Acesso ao workspace de seus projetos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Seletor de arquivos do projeto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Visualização de documentos originais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Acompanhamento do progresso da tradução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Preview do documento traduzido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Verificação de qualidade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TRADUTOR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Translator - Meus Projetos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Dashboard personalizado com projetos atribuídos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Sistema de aceitar/recusar projetos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Visualização de prazos (deadlines)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Status do projeto em tempo real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Notificações de novos projetos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Histórico de projetos concluídos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Translator - Workspace de Tradução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Interface de tradução lado a lado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Documento original à esquerda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Editor de tradução à direita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Seletor de arquivos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Salvamento automático do progresso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Preview do certificado em tempo real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Geração de PDF com letterhead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Envio da tradução finalizada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Translator - Fluxo de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1. Receber notificação de novo projeto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2. Aceitar ou recusar o projeto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3. Acessar workspace de tradução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4. Selecionar arquivo para traduzir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5. Realizar tradução com preview em tempo real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6. Gerar PDF certificado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7. Enviar para revisão do PM/Admin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Translator - Notificações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Email automático ao receber novo projeto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Detalhes do projeto no email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Link direto para o workspace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Notificação de aprovação/correção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Comentários do revisor visíveis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Sistema de notificações in-app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RECURSOS COMUNS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PDF Certificado -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Letterhead profissional Legacy Translations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Linha azul decorativa sob o header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Seção 'Original Document' com imagem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Seção 'Translation' com texto formatado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Declaração de certificação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Informações do tradutor certificado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Número de certificação único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Data de emissão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Sistema de Notificações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Notificações por email em cada etapa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Templates de email profissionais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Notificações in-app em tempo real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Marcação de notificações como lidas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Histórico de notificações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Links diretos para ações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Segurança e Autenticação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Sistema de login seguro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Tokens de autenticação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Controle de acesso por papel (role)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Sessões com expiração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Senhas criptografadas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Logs de atividades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Proteção contra acesso não autorizado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Validação em todas as operações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Fluxo Completo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1. Cliente faz pedido ou Admin cria projeto manualmente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2. Admin/PM atribui tradutor ao projeto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3. Tradutor recebe notificação por email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4. Tradutor aceita o projeto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5. Tradutor realiza a tradução no workspace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6. Tradutor gera PDF e envia para revisão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7. PM/Admin revisa lado a lado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8. Aprovação ou solicitação de correção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9. Entrega final ao cliente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Legacy Translations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Sistema Profissional de Gestão de Traduções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